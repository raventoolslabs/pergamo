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p="http://schemas.openxmlformats.org/presentationml/2006/main"/>
</file>